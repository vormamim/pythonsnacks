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bringing in two extra toolkits: random, for chance, and time, for pacing.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importing a module, picking random values, pausing with sleep, then combining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using either tool, we need to bring it into our program with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module is a bundle of extra tools Python doesn't load by default — import brings it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random imported, we get tools for making chance-based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most useful random tools — one picks from a list, the other picks a number in a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 module lets us slow a program down on purpose, instead of everything printing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sleep() pauses execution for a number of seconds — handy for pacing out a story or a countdown.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combine both modules into something that feels like a real game moment — a dice roll with a pause for suspense.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picks the outcome; sleep holds the reveal for a beat — a small touch that makes a text game feel more alive.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adding a random encounter with a pause before the reveal is a great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and Sleep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in extra tools with import — pick random values, and pause a program on purpose.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95160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3570372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Importing a Module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440038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Random Values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3528462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Pausing a Program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3389308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559132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Importing a Module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IMPORTING A MODULE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Keyword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module is a bundle of extra tools Python doesn't load by default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brings it in — then use a dot to reach inside it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85817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Random Values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PICKING RANDOM VALUES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random.choice() and randint()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random.choice() picks one item from a list, at random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random.randint(a, b) picks a whole number between a and b, both included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weapons = ["sword", "bow", "dagger"]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random.choice(weapons)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random.randint(1, 6)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56911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Pausing a Program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PAUSING A PROGRAM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time.sleep()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time.sleep(seconds) pauses the program for that many seconds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pacing out a story, or building a countdown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print("Loading...")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time.sleep(2)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print("Ready!")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23924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PUTTING IT TOGETHER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Dice Roll With Suspense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random.randint() decides the outcome before anything is shown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time.sleep() holds the reveal for a beat, building a little suspense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= random.randint(1, 6)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print("Rolling the dice...")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time.sleep(1)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print(f"You rolled a {roll}!")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adding a random encounter to your game, with a short pause before the reveal.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95160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2026-08-21T00:57:55Z</dcterms:created>
  <dcterms:modified xsi:type="dcterms:W3CDTF">2026-08-21T00:57:55Z</dcterms:modified>
</cp:coreProperties>
</file>
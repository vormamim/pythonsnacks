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learning how to search a dictionary, by key and by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checking for a key, searching by value, safe lookups, then choosing the right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the fastest question you can ask a dictionary — does this key exist at all?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checks keys, not values — worth stressing since that trips people up coming from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dictionary is built to search by key — finding a key from a value takes an extra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There's no shortcut for this — loop through every pair and check the value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Whichever way you search, get() keeps a missing key from crashing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get() with a fallback value is the safest way to look something up when you're not sure the key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close with a quick reference for choosing the right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reference sheet to keep handy as you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searching your own dictionary by key and by value is the best way to see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a Dictionary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a key, search for a value, and look things up safely without crashing.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331134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345233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for a Key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355547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by Value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2547833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Lookups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3389308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484480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for a Key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CHECKING FOR A KEY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 Keyword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checks whether a key exists in a dictionary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at keys only, not values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{"name": "Ana", "age": 20}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 in student   # True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"grade" in student  # False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58467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by Value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SEARCHING BY VALUE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 Key by Its Value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 are built to search by key, not by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find a key from a value, loop through every pair and check it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key, value in student.items():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value == "Ana":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print(key)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398030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Lookups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SAFE LOOKUPS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get() Avoids Errors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get() looks up a key without raising an error if it's missing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second argument as a fallback value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student.get("grade")          # None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student.get("grade", "N/A")   # "N/A"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23924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PUTTING IT TOGETHER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Tool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602236"/>
            <a:ext cx="4567089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333750"/>
            <a:ext cx="447550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10089" y="3602236"/>
            <a:ext cx="11434911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38689" y="3333750"/>
            <a:ext cx="11549359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4043660"/>
            <a:ext cx="456708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745111"/>
            <a:ext cx="4475501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710089" y="4043660"/>
            <a:ext cx="114349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38689" y="3745111"/>
            <a:ext cx="11549359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whether a key exists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470797"/>
            <a:ext cx="456708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77010"/>
            <a:ext cx="4475501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get(key)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710089" y="4470797"/>
            <a:ext cx="114349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38689" y="4177010"/>
            <a:ext cx="11549359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up a value safely, with a fallback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897934"/>
            <a:ext cx="456708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604147"/>
            <a:ext cx="4475501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items() + loop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710089" y="4897934"/>
            <a:ext cx="114349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38689" y="4604147"/>
            <a:ext cx="11549359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by value instead of key</a:t>
            </a:r>
            <a:endParaRPr lang="en-US" sz="19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searching a dictionary of your own — try in, get(), and a loop by value.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331134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2026-08-21T00:55:17Z</dcterms:created>
  <dcterms:modified xsi:type="dcterms:W3CDTF">2026-08-21T00:55:17Z</dcterms:modified>
</cp:coreProperties>
</file>
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how Python programs make decisions, using if, elif, and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from a single decision to combining several conditions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simplest possible decision — running code only if something is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basic shape — condition, colon, indented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other big beginner gotcha alongside zero-indexing — Python uses indentation, not braces, to mark a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if only handles one path — now let's add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else catches everything the if condition didn't.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elif chains additional conditions in between if and else — checked in order,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condition relies on a comparison — let's cover the operators.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reference table for the symbols used inside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single-vs-double-equals mistake — one of the most common beginner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Sometimes one comparison isn't enough — combine several with and, or, and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operator's role, then show the three together in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 example that combines elif with a compound condition, to close out the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writing their own if/elif/else chain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If, Elif, Else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your programs to make decisions — running different code depending on what's true.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0529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3397657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Decision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3535174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More Paths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2506251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4142542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Conditions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30783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a Decision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MAKING A DECISION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if Statement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if statement runs a block of code only when a condition is true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ends with a colon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condition is false, the block is simply skipped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can vote")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MAKING A DECISION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3295650"/>
            <a:ext cx="17602200" cy="2133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68"/>
              </a:lnSpc>
              <a:buNone/>
            </a:pPr>
            <a:r>
              <a:rPr lang="en-US" sz="16500" b="1" spc="-33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spaces</a:t>
            </a:r>
            <a:endParaRPr lang="en-US" sz="16500" dirty="0"/>
          </a:p>
        </p:txBody>
      </p:sp>
      <p:sp>
        <p:nvSpPr>
          <p:cNvPr id="4" name="Text 2"/>
          <p:cNvSpPr/>
          <p:nvPr/>
        </p:nvSpPr>
        <p:spPr>
          <a:xfrm>
            <a:off x="1143000" y="5848350"/>
            <a:ext cx="78700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uses indentation, not braces, to mark what's inside a block — a consistent four spaces is the standard.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53212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More Paths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ADDING MORE PATHS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else: the Fallback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runs when the if condition is false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no condition of its own — it catches everything else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if/else always run exactly one of the two blocks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print("You can vote")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print("Not yet")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ADDING MORE PATHS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elif: More Options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 adds another condition to check, between if and else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checks each one in order and stops at the first match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as many elif blocks as you need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309354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309354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25982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383984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Comparisons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COMPARISONS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Operators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602236"/>
            <a:ext cx="5908179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33750"/>
            <a:ext cx="5856824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51179" y="3602236"/>
            <a:ext cx="10093821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279779" y="3333750"/>
            <a:ext cx="10168036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043660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45111"/>
            <a:ext cx="5856824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051179" y="4043660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279779" y="3745111"/>
            <a:ext cx="10168036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to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470797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77010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!=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051179" y="4470797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279779" y="4177010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equal to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897934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04147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051179" y="4897934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279779" y="4604147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5325070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031284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051179" y="5325070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279779" y="5031284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5752207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458420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051179" y="5752207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279779" y="5458420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than or equal to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6179344"/>
            <a:ext cx="5908179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885557"/>
            <a:ext cx="5856824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&lt;=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7051179" y="6179344"/>
            <a:ext cx="10093821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79779" y="5885557"/>
            <a:ext cx="10168036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or equal to</a:t>
            </a:r>
            <a:endParaRPr lang="en-US" sz="195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COMPARISONS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Mix-Up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assigns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equals sign stores a value in a variable.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1363563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1249263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18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 compares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double equals sign checks whether two values are equal.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1510308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1396008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== 18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359188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Conditions</a:t>
            </a:r>
            <a:endParaRPr lang="en-US" sz="4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COMBINING CONDITIONS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and, or, not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553212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553212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only if both conditions are true.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3123158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3026353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and has_id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629400" y="31908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425577"/>
            <a:ext cx="553212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629400" y="3931741"/>
            <a:ext cx="553212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if at least one condition is true.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629400" y="4190851"/>
            <a:ext cx="3709690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6724650" y="4209901"/>
            <a:ext cx="3630481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is_weekend or is_holiday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3190875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3425577"/>
            <a:ext cx="553212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115800" y="3931741"/>
            <a:ext cx="553212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a condition to its opposite.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2115800" y="4190851"/>
            <a:ext cx="2243435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8" name="Text 16"/>
          <p:cNvSpPr/>
          <p:nvPr/>
        </p:nvSpPr>
        <p:spPr>
          <a:xfrm>
            <a:off x="12211050" y="4209901"/>
            <a:ext cx="2129135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is_raining</a:t>
            </a:r>
            <a:endParaRPr lang="en-US" sz="21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COMBINING CONDITIONS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can combine comparisons, and/or/not, and elif chains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still checks top to bottom and stops at the first match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309354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309354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5982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 and has_id: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print("Entry allowed")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age &gt;= 18: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print("Bring your ID")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print("Sorry, not yet")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writing your own — a grade calculator, a login check, or a simple game rule.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0529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2026-08-21T00:03:51Z</dcterms:created>
  <dcterms:modified xsi:type="dcterms:W3CDTF">2026-08-21T00:03:51Z</dcterms:modified>
</cp:coreProperties>
</file>
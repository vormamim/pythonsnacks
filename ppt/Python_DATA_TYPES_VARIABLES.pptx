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covering the basic building blocks of every Python program: variables and data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variables first, then the core types, then checking and converting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how Python stores a piece of data under a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basic assignment pattern and note that Python figures out the type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naming rules and the style convention beginners should adopt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look at the handful of types you'll use constantly as a beginner.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number types: whole numbers and decimals.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lives in strings, wrapped in quotes — either style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Booleans are worth their own pause — they're the type behind every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you need to know a value's type, or turn one type into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type() is the tool for asking Python what kind of value you're holding.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common beginner need: turning user input, which is always a string, into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sheet pulling together everything we've covered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trying type() on their own values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 and Variables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Store, label, and identify the pieces of data your programs work with.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22619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171814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3104451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Types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689991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and Converting</a:t>
            </a:r>
            <a:endParaRPr lang="en-US" sz="3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265539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VARIABLES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Variable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is a name that points to a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by assigning a value with a single equals sign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figures out the type automatically — no need to declare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"Ana"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VARIABLES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a Variable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005572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Letters, numbers, and underscores only — and it can't start with a number.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648051"/>
            <a:ext cx="2096839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667101"/>
            <a:ext cx="1982539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user_age = 25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005572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lowercase words separated by underscores, and make names describe the value.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648051"/>
            <a:ext cx="2390031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667101"/>
            <a:ext cx="2275731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total_score = 0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86860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Types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CORE DATA TYPES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number, positive or negative, with no decimal point.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1363563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1249263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with a decimal point, for anything measured or divided.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1950095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1835795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4.99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CORE DATA TYPES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string is text, wrapped in quotes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or double quotes both work — just be consistent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number in quotes is a string, not a number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"Ana"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zip_code = "02139"   # text, not a number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CORE DATA TYPES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5650"/>
            <a:ext cx="176022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16500" b="1" spc="-33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/ False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5848350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boolean holds exactly one of two values — the type behind every condition and comparison.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298397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and Converting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CHECKING AND CONVERTING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 Type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type() tells you what kind of value something is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for debugging when a value isn't behaving as expected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type(25)      # &lt;class 'int'&gt;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type("Ana")   # &lt;class 'str'&gt;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CHECKING AND CONVERTING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Between Types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int(), float(), and str() convert a value to that type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user input comes in as text and needs to become a number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int("25")      # 25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str(25)        # "25"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CHECKING AND CONVERTING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 at a Glance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3043535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290624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86535" y="3602236"/>
            <a:ext cx="5638056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415135" y="3333750"/>
            <a:ext cx="5349998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24591" y="3602236"/>
            <a:ext cx="732040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3191" y="3333750"/>
            <a:ext cx="7311421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043660"/>
            <a:ext cx="304353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45111"/>
            <a:ext cx="2906241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186535" y="4043660"/>
            <a:ext cx="563805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15135" y="3745111"/>
            <a:ext cx="5349998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824591" y="4043660"/>
            <a:ext cx="73204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3191" y="3745111"/>
            <a:ext cx="7311421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470797"/>
            <a:ext cx="304353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177010"/>
            <a:ext cx="290624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186535" y="4470797"/>
            <a:ext cx="563805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15135" y="4177010"/>
            <a:ext cx="5349998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4.99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24591" y="4470797"/>
            <a:ext cx="73204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53191" y="4177010"/>
            <a:ext cx="731142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4897934"/>
            <a:ext cx="304353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604147"/>
            <a:ext cx="290624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186535" y="4897934"/>
            <a:ext cx="563805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415135" y="4604147"/>
            <a:ext cx="5349998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"Ana"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824591" y="4897934"/>
            <a:ext cx="73204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053191" y="4604147"/>
            <a:ext cx="731142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5325070"/>
            <a:ext cx="304353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031284"/>
            <a:ext cx="290624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186535" y="5325070"/>
            <a:ext cx="563805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15135" y="5031284"/>
            <a:ext cx="5349998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824591" y="5325070"/>
            <a:ext cx="73204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53191" y="5031284"/>
            <a:ext cx="7311421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creating a few variables of your own, then check their types with type().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22619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2026-08-21T00:06:48Z</dcterms:created>
  <dcterms:modified xsi:type="dcterms:W3CDTF">2026-08-21T00:06:48Z</dcterms:modified>
</cp:coreProperties>
</file>
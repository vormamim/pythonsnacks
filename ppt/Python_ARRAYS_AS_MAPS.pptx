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designing a game map using a dictionary, and letting the player move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describe the rooms, let the player move, wrap it in a loop, then see the whole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Game Map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dictionary to describe every room in the adventure, then let the player move between them.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4177739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as a Dictionary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537249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Between Rooms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353353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in a Loop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239656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Map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53403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as a Dictionary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ROOMS AS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Every Room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 name becomes a key, and its description becomes the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 holds the whole map, room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ROOMS AS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Every Room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 name becomes a key, and its description becomes the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 holds the whole map, room by room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{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"forest": "A dark forest with two paths.",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"cave": "A damp cave, dripping with water."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ROOMS AS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Every Room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 name becomes a key, and its description becomes the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 holds the whole map, room by room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{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"forest": "A dark forest with two paths.",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"cave": "A damp cave, dripping with water."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MOVING BETWEEN ROOMS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Where to Go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23442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player where they'd like to go with input()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MOVING BETWEEN ROOMS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Where to Go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player where they'd like to go with input()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answer is a real room with in, before looking up its description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64535"/>
            <a:ext cx="16002000" cy="1813470"/>
          </a:xfrm>
          <a:prstGeom prst="rect">
            <a:avLst/>
          </a:prstGeom>
          <a:solidFill>
            <a:srgbClr val="EAE9E9">
              <a:alpha val="9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64535"/>
            <a:ext cx="38100" cy="1813470"/>
          </a:xfrm>
          <a:prstGeom prst="rect">
            <a:avLst/>
          </a:prstGeom>
          <a:solidFill>
            <a:srgbClr val="EC3013">
              <a:alpha val="9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31235"/>
            <a:ext cx="15758160" cy="13181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= input("Where do you go?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destination in rooms: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print(rooms[destination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MOVING BETWEEN ROOMS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Where to Go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player where they'd like to go with input()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answer is a real room with in, before looking up its description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60949"/>
            <a:ext cx="16002000" cy="2666851"/>
          </a:xfrm>
          <a:prstGeom prst="rect">
            <a:avLst/>
          </a:prstGeom>
          <a:solidFill>
            <a:srgbClr val="EAE9E9">
              <a:alpha val="9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60949"/>
            <a:ext cx="38100" cy="2666851"/>
          </a:xfrm>
          <a:prstGeom prst="rect">
            <a:avLst/>
          </a:prstGeom>
          <a:solidFill>
            <a:srgbClr val="EC3013">
              <a:alpha val="9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7649"/>
            <a:ext cx="15758160" cy="2171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= input("Where do you go?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destination in rooms: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print(rooms[destination])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print("There's no path that way.")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4996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in a Loop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4996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in a Loop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EXPLORING IN A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Until the Player Quits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movement check in a while True loop, so the player can keep exploring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out of the loop when they type "quit"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60933"/>
            <a:ext cx="16002000" cy="1386780"/>
          </a:xfrm>
          <a:prstGeom prst="rect">
            <a:avLst/>
          </a:prstGeom>
          <a:solidFill>
            <a:srgbClr val="EAE9E9">
              <a:alpha val="9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60933"/>
            <a:ext cx="38100" cy="1386780"/>
          </a:xfrm>
          <a:prstGeom prst="rect">
            <a:avLst/>
          </a:prstGeom>
          <a:solidFill>
            <a:srgbClr val="EC3013">
              <a:alpha val="99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7633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9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>
                    <a:alpha val="99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destination = input("Where do you go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2026-08-21T00:32:35Z</dcterms:created>
  <dcterms:modified xsi:type="dcterms:W3CDTF">2026-08-21T00:32:35Z</dcterms:modified>
</cp:coreProperties>
</file>
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how to make Python repeat work for us, with for and while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the two loop types, how to control them, and using them with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loop you'll reach for most often — repeating a known number of times, or over a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range() is the standard way to repeat something a fixed number of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common use of for — visiting every item in something you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you don't know in advance how many times to repeat — that's what while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keeps going as long as its condition holds — walk through the counting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classic while-loop bug — worth flagging clearly since it silently hangs a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keywords let you jump out of a loop early, or skip ahead to the next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exits the loop entirely; continue just skips to the next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combine what we've learned with input() to keep asking the user until we get a valid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 — input always comes back as a string, which matters when checking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— a while True loop that only moves on once the input passes the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through the flow one more time in plain language, so it clicks before they try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writing their own input-validation loop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and While Loops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work automatically — visit every item, or keep going until a condition changes.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705594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231978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 Loop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2792090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Loop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337375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a Loop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11656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With Input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368169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 Loop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FOR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a Set Number of Times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range() gives a for loop a fixed number of times to run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range(5) counts 0, 1, 2, 3, 4 — five values, starting at zero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FOR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Over a Sequence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 loop can also visit every item in a list or a string directly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range needed — Python hands you each item in turn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407098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Loop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WHILE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While True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while loop repeats as long as its condition stays true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checks the condition again before every pass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you don't know the number of repeats in advance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3: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print(count)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count + 1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WHILE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771775"/>
            <a:ext cx="12276467" cy="3181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99"/>
              </a:lnSpc>
              <a:buNone/>
            </a:pPr>
            <a:r>
              <a:rPr lang="en-US" sz="11250" b="1" spc="-225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condition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143000" y="6372225"/>
            <a:ext cx="78700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 to change something inside a while loop, and its condition never turns false — the loop runs forever.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261833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a Loop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CONTROLLING A LOOP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and continue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Exits the loop immediately, even if the condition is still true.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2390031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2275731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found: break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the rest of this pass and moves on to the next one.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2683371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2573372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skip: continue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87121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With Input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LOOPS WITH INPUT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Returns Text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input() pauses the program and waits for the user to type something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they type comes back as a string — even if it looks like a number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isdigit() checks whether that text is made up of digits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input("Enter your age: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age.isdigit()   # True only if age is all digits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LOOPS WITH INPUT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Asking Until It's Valid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input() in a while True loop to keep asking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as soon as the answer is valid — otherwise, ask again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66685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66685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1715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= input("Enter your age: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age.isdigit():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print("Please enter a number")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LOOPS WITH INPUT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Pattern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208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True starts a loop with no built-in stopping point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 asks the question again and checks the answer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way out is the break inside the if — a good answer, and only a good answer, ends the loop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your own — a loop that keeps asking for a password, or counts down from ten.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705594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2026-08-21T00:09:41Z</dcterms:created>
  <dcterms:modified xsi:type="dcterms:W3CDTF">2026-08-21T00:09:41Z</dcterms:modified>
</cp:coreProperties>
</file>
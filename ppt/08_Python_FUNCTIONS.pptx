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today we're learning how to package up reusable code into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— from a simple helper function to passing values in and getting values back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start with the simplest possible function — no inputs, no outputs, just a reusable block of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def, the colon, the indented body, and then calling the function by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function gets more useful once it can accept information from whoever calls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parameter/argument distinction — a common point of vocabulary confusion.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a function can take several parameters, separated by commas.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far our functions have just printed things — now let's have them hand a value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is the keyword that sends a value back to wherever the function was called.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a function without return isn't broken — it just hands back None, which is fine when you only needed a side effect like printing.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close by seeing why the difference between returning and printing actually matters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for return — the caller can do more with the result than just display it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encouraging practice — writing a function with a return value is the best way to make the distinction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up a piece of code so you can name it, reuse it, and call it whenever you need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08689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200400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57170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938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9905" y="3764905"/>
            <a:ext cx="3432036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Function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5943005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240685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9905" y="5136207"/>
            <a:ext cx="4140413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Information In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7314307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11987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9905" y="6507510"/>
            <a:ext cx="4364534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Information Out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3000" y="868560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983289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59905" y="7878812"/>
            <a:ext cx="3389308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3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409501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Function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WHAT IS A FUNCTION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Helper Function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163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starts a function definition, followed by a name and parentheses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indented block underneath is the function's body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the function by name, with parentheses, whenever you need it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544741"/>
            <a:ext cx="16002000" cy="224016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544741"/>
            <a:ext cx="38100" cy="224016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811441"/>
            <a:ext cx="15758160" cy="17448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print("Hello!")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6450702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Information In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PASSING INFORMATION 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With Parameters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parameter is a variable listed inside the parentheses when defining a function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argument is the actual value you pass in when calling it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224016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224016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7448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print(f"Hello, {name}!")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greet("Ana")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PASSING INFORMATION 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More Than One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 can take as many parameters as it needs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them in order, separated by commas — arguments are matched by position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224016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224016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7448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print(a + b)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add(3, 5)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6738506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Information Out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GETTING INFORMATION OUT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That Return a Value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sends a value back to the code that called the function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print, a returned value can be saved and used later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224016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224016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7448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add(3, 5)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GETTING INFORMATION OUT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067050"/>
            <a:ext cx="17602200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968"/>
              </a:lnSpc>
              <a:buNone/>
            </a:pPr>
            <a:r>
              <a:rPr lang="en-US" sz="16500" b="1" spc="-330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143000" y="5619750"/>
            <a:ext cx="787006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 with no return statement quietly hands back None — perfectly fine when all you needed was the side effect, like printing.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239241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PUTTING IT TOGETHER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 Returned Value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returned value can be stored, printed, or used in more code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 that only prints can't be reused this way — its result is gone once it's shown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add(3, 5)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print(total * 2)   # 16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5433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Try It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143500"/>
            <a:ext cx="944407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by writing your own — a function that greets someone, and one that calculates something and hands it back.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08689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2026-08-21T00:14:29Z</dcterms:created>
  <dcterms:modified xsi:type="dcterms:W3CDTF">2026-08-21T00:14:29Z</dcterms:modified>
</cp:coreProperties>
</file>
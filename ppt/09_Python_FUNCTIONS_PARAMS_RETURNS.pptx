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— today we're upgrading our game helpers with parameters and return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recap the simple helper, add a parameter, add a return value, then combine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— our show_map helper takes nothing in and hands nothing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level-one shape — no parameters, no return value, just a block of code run on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give a function something to work with, instead of always doing the same fixed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parameter lets one function describe any room, instead of writing a separate function for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Printing works, but sometimes we want the description handed back instead, so we can use it elsewhere.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print for return, and the caller decides what to do with the description — print it, store it, or check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use describe_room inside the explore loop, where a parameter and a return value both earn their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— the loop passes in whatever the player typed, and prints whatever comes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it top to bottom — the rooms dictionary, a function that takes a room name and returns its description, and the explore loop using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writing a function that takes a room name and returns something else, like its exits, is a great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Functions: Parameters and Return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our game helpers information to work with, and let them hand a result back.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4864998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With No Extras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4686062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In a Room Name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4953893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a Description Back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3389308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757474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With No Extras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 FUNCTION WITH NO EXTRAS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Recapping show_map()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show_map() takes no information in, and hands nothing back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always does exactly the same thing — lists every room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show_map():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print("Rooms you can visit:")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room in rooms: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print("-", room)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741921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In a Room Name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PASSING IN A ROOM NAME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the Function a Room to Describe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parameter lets a function work with different values each time it's called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 can now describe any room, instead of just one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describe_room(room_name):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print(rooms[room_name])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describe_room("forest")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767722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a Description Back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GETTING A DESCRIPTION BACK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Handing the Description Back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sends the description back to whoever called the function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caller decides what to do with it — print it, save it, or reuse it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66685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66685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21715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describe_room(room_name):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rooms[room_name]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= describe_room("forest")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print(description)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23924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PUTTING IT TOGETHER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It in the Explore Loop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passes in whatever room the player typed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describe_room hands back the matching description, ready to print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= input("Where do you go? 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destination in rooms: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print(describe_room(destination))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PUTTING IT TOGETHER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Script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054400"/>
            <a:ext cx="16002000" cy="5722144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054400"/>
            <a:ext cx="38100" cy="5722144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6" name="Text 4"/>
          <p:cNvSpPr/>
          <p:nvPr/>
        </p:nvSpPr>
        <p:spPr>
          <a:xfrm>
            <a:off x="1466850" y="3263950"/>
            <a:ext cx="15872460" cy="53411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 = {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"forest": "A dark forest with two paths.",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"cave": "A damp cave, dripping with water."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describe_room(room_name):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rooms[room_name]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destination = input("Where do you go? (or 'quit') ")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destination == "quit":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destination in rooms: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print(describe_room(destination))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print("There's no path that way.")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writing your own — a function that takes a room name and returns something new.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2026-08-21T00:37:57Z</dcterms:created>
  <dcterms:modified xsi:type="dcterms:W3CDTF">2026-08-21T00:37:57Z</dcterms:modified>
</cp:coreProperties>
</file>
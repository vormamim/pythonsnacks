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— today we're wrapping up repeated pieces of our adventure game into simple helper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why we need helpers, how to write one, reuse it, then see the whole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look at the problem first — the same lines showing up again and again in our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game shows some scenes more than once — retyping the same lines every time is exactly the kind of repetition functions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function lets us write those lines once and give them a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function once with def, then call it by name whenever the scene needs to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win is calling the same helper again later, and building more helpers for other repeated scenes.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defined, show_intro() can be called from anywhere else in the game — as a recap, or after the player gets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 second helper for a different repeated scene — the pattern is exactly the same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see both helpers working together as one complete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it top to bottom — two helpers defined up top, then called wherever the game needs them, with no repeated typing.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writing one more helper, like show_game_over(), is a great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200400"/>
            <a:ext cx="165525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Helper Functions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9436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Functions, level one — wrap up repeated code into a named helper, no inputs or outputs required.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3346579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Bundle Code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2940576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Helper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3083004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Reusing Helpers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3498503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Adventure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253975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Bundle Code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WHY BUNDLE CODE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Repeating the Same Print Lines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40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scenes get shown more than once — the intro, a help menu, a game-over message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Retyping the same print lines every time is easy to get wrong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3161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3161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5828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print("You wake up in a dark forest.")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 path splits to the north and east.")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...and we'll need these same two lines again later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4634166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Helper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WRITING A HELPER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 Code in a Function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show_intro(): wraps those lines into a single named helper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once, then call it by name whenever you need those lines to run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66685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66685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21715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show_intro():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print("You wake up in a dark forest.")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 path splits to the north and east.")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show_intro()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480638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Reusing Helpers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REUSING HELPERS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It Again Later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function is defined, it can be called from anywhere else in the game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retype the lines — just call the helper by name again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show_intro()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...later, as a recap...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show_intro()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REUSING HELPERS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Helper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repeated scene is a candidate for its own helper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help menu is a good example — players may ask for it more than once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show_help():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print("Type 'north' or 'east' to move.")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print("Type 'look' to check your inventory.")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44748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Adventure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FULL ADVENTURE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Script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054400"/>
            <a:ext cx="16002000" cy="422910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054400"/>
            <a:ext cx="38100" cy="42291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3283000"/>
            <a:ext cx="15834360" cy="3810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show_intro():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print("You wake up in a dark forest.")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 path splits to the north and east.")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show_help():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print("Type 'north' or 'east' to move.")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print("Type 'look' to check your inventory.")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show_intro()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show_help()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show_intro()   # shown again later, with no retyping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writing your own — a show_game_over() helper for when the adventure ends.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2026-08-21T00:28:46Z</dcterms:created>
  <dcterms:modified xsi:type="dcterms:W3CDTF">2026-08-21T00:28:46Z</dcterms:modified>
</cp:coreProperties>
</file>
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about dictionaries, Python's tool for pairing up related pieces of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for today — from creating a dictionary to a quick methods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what a dictionary is and how to build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curly-brace syntax and the key-colon-value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two roles inside a pair, and that keys must be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pull values back out using their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square-bracket access by key, and mention the KeyError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get() is the safer alternative — worth its own moment since KeyErrors are a common early frustration.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get() with and without a default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Dictionaries aren't fixed — we can add, update, and remove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assignment syntax both adds a new key and updates an existing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removes a key outright; pop removes and returns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do something useful with a whole dictionary at once — looping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data as labeled pairs — a fast, flexible way to look things up by name instead of position.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331134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206750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290128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Values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09719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a Dictionary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476038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Dictionaries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321626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BASICS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Dictionary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stores data as key-value pairs, inside curly braces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key points to a value, separated by a colon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each pair with a comma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96009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96009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{"name": "Ana", "age": 20}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BASICS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Values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labels you look things up by. Each key must be unique.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2096839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1982539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"name", "age"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attached to each key — can be any type, even a list.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1510308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1396008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"Ana", 20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54396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Values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VALUES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Up a Value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square brackets with a key to get its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position here — you look up by name, not index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 key raises an error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student["name"]   # "Ana"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student["grade"]   # Error — no such key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VALUES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5650"/>
            <a:ext cx="176022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16500" b="1" spc="-33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.get()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5848350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safer way to look up a value — it returns None instead of crashing when the key doesn't exist.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VALUES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get()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get() looks up a key without raising an error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second argument as a fallback value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student.get("grade")          # None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student.get("grade", "N/A")   # "N/A"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38636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a Dictionary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CHANGING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and Updating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a new key to add a pair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an existing key to update its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syntax does both — Python figures out which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student["grade"] = "A"   # adds a new pair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student["age"] = 21      # updates an existing one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CHANGING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 Pair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a key-value pair by key.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2829967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2724366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student["age"]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a key and returns its value.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2829967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2724366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student.pop("age")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41266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Dictionaries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2026-08-21T00:05:12Z</dcterms:created>
  <dcterms:modified xsi:type="dcterms:W3CDTF">2026-08-21T00:05:12Z</dcterms:modified>
</cp:coreProperties>
</file>
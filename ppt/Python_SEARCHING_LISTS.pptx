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a few ways to search a list for a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checking, finding a position, searching manually, and handling a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search question is just yes or no — is this value in the list at all?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is the fastest way to ask a yes-or-no question about a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yes or no isn't enough — you also want to know exactly where a value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index() gives you the position of the first match, but crashes if the value isn't there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the search out yourself with a loop gives you more control than in or index()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loop lets you stop as soon as you find a match, and do something else at the same time, like remembering the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close by making sure a missing value doesn't crash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index() with an in check first, so a missing value gets a friendly message instead of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searching your own list is the best way to see the difference between these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a List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something's there, find exactly where it is, and handle the times it isn't.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551259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579127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If Something Is There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352813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Its Position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16513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With a Loop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75503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Not Found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907859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If Something Is There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CHECKING IF SOMETHING IS THERE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 Keyword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checks whether a value exists anywhere in a list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returns True or False — nothing more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 in fruits   # True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 in fruits    # False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46434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Its Position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FINDING ITS POSITION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index() Finds the Spot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index() returns the position of the first matching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raises an error if the value isn't in the list at all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96009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96009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fruits.index("banana")   # 1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572994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With a Loop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SEARCHING WITH A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Manually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range(len(...)) gives you an index to check against, one at a time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stops the loop the moment a match is found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66685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66685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171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"banana"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range(len(fruits)):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fruits[i] == target: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print("Found at index", i)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90030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Not Found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WHEN IT'S NOT FOUND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Before You Search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with in before calling index(), to avoid crashing on a missing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missing value gets a friendly message instead of an error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target in fruits: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print(fruits.index(target))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print("Not found")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searching a list of your own — try in, index(), and a manual loop, and compare.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551259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2026-08-21T00:54:06Z</dcterms:created>
  <dcterms:modified xsi:type="dcterms:W3CDTF">2026-08-21T00:54:06Z</dcterms:modified>
</cp:coreProperties>
</file>
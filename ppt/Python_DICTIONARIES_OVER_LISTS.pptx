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— today we're swapping the list-based inventory for a dictionary, so each item can carry more than just a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why switch, how to build the dictionary version, loop and update it, then see the whole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what our list-based inventory couldn't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 is a flat stack of names — a dictionary lets each name carry something extra, like a quantity.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build the dictionary version and see how adding items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a new item to a dictionary inventory works exactly like updating any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items and quantities paired up, let's loop through them and learn to update a quantity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items() hands you both the key and the value together, perfect for a status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lets us check whether an item already exists, so we can raise its quantity instead of overwriting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see the dictionary-based inventory working end to end as one complete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it top to bottom — a starting inventory, a new item added, an existing one increased, and the full inventory printed with quantities.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them to keep building — a dictionary of player stats would be a natural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29718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Lists for Dictionaries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715000"/>
            <a:ext cx="944407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adventure game's inventory more detail by pairing each item with a quantity, instead of just a name.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22860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36573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549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2850505"/>
            <a:ext cx="492573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Switch to a Dictionary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0286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3262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4221807"/>
            <a:ext cx="5637222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Dictionary Inventory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63999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6975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5593110"/>
            <a:ext cx="4078367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and Updating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77712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0688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6964412"/>
            <a:ext cx="3498503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Adventure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771324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Switch to a Dictionary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WHY SWITCH TO A DICTIONARY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List Couldn't Do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names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 flat stack — no way to attach anything extra to an item.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425851"/>
            <a:ext cx="7772400" cy="7466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425851"/>
            <a:ext cx="38100" cy="7466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4616351"/>
            <a:ext cx="7510272" cy="4037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= ["torch", "rusty key"]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dictionary of pairs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item name is a key, paired with a quantity as its value.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72600" y="4425851"/>
            <a:ext cx="7772400" cy="7466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4" name="Shape 12"/>
          <p:cNvSpPr/>
          <p:nvPr/>
        </p:nvSpPr>
        <p:spPr>
          <a:xfrm>
            <a:off x="9372600" y="4425851"/>
            <a:ext cx="38100" cy="7466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5" name="Text 13"/>
          <p:cNvSpPr/>
          <p:nvPr/>
        </p:nvSpPr>
        <p:spPr>
          <a:xfrm>
            <a:off x="9639300" y="4616351"/>
            <a:ext cx="7510272" cy="4037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= {"torch": 1, "rusty key": 1}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8745438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Dictionary Inventory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BUILDING A DICTIONARY INVENTORY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Names as Keys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each item's name as a key, and its quantity as the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item works just like assigning any variable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= {"torch": 1, "rusty key": 1}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inventory["gold coins"] = 10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361152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and Updating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LOOPING AND UPDATING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Through Items and Quantities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items() hands you both the key and the value on each pass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them together to show the player their full inventory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item, quantity in inventory.items():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print(item, "x", quantity)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LOOPING AND UPDATING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Before Adding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 to check whether the player already has an item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do, raise its quantity instead of overwriting it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"torch" in inventory: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inventory["torch"] += 1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447481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Adventure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FULL ADVENTURE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Script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54400"/>
            <a:ext cx="16002000" cy="354330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54400"/>
            <a:ext cx="38100" cy="35433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3283000"/>
            <a:ext cx="15834360" cy="3124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= {"torch": 1, "rusty key": 1}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inventory["gold coins"] = 10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"torch" in inventory: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inventory["torch"] += 1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print("You are carrying:")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item, quantity in inventory.items():</a:t>
            </a:r>
            <a:endParaRPr lang="en-US" sz="1800" dirty="0"/>
          </a:p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print(item, "x", quantity)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building your own — a dictionary of player stats, like health and strength.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2026-08-21T00:26:37Z</dcterms:created>
  <dcterms:modified xsi:type="dcterms:W3CDTF">2026-08-21T00:26:37Z</dcterms:modified>
</cp:coreProperties>
</file>
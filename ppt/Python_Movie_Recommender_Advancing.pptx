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wrapping our movie recommender in a function, with a parameter and a return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spot the repetition, wrap it in a function, return the matches instead of printing them, then see the whole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look at what we'd have to retype every time we wanted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now this loop only works for whatever genre we typed directly into it — asking again means retyping the whole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Wrapping the loop in a function with a parameter lets us reuse it for any genre.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genre is a parameter, so recommend() works for anything the player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Printing works, but returning the matches as a list lets the caller decide what to do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printing directly, collect the matches in a list and return it — combining a function with what we already know about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use the returned list and see the whole recommender working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the result, then loop through it to print — the same pattern we used for the inventory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the movies dictionary, a function that takes a genre and returns a list of matches, and the input/loop that shows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a second function, like one that recommends by decade, is a great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Recommender: Advancing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recommendation logic in a function that takes a genre and hands back a list of matches.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523809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Loop, Every Time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569206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That Takes a Genre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19869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the Matches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435487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824628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Loop, Every Time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SAME LOOP, EVERY TIME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One Search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loop only searches for whatever genre we've typed directly into it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again for a different genre means retyping the whole loop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movie, genre in movies.items():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 == "animation":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print(movie)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892797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That Takes a Genre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 FUNCTION THAT TAKES A GENRE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the Loop Into a Function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recommend(genre) takes the genre as a parameter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it with any genre, and it searches for that one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30935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30935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5982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recommend(genre):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movie, g in movies.items():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 == genre: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print(movie)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recommend("animation")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5353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the Matches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RETURNING THE MATCHES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List Inside the Function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 empty list, append every match to it, then return the whole list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caller now gets the results back, instead of just seeing them printed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30935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30935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5982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recommend(genre):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matches = []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movie, g in movies.items():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 == genre: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matches.append(movie)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matches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80513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RECOMMENDER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Returned List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returned list in a variable, like results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through it to print every match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recommend(favorite)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movie in results: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print("-", movie)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RECOMMENDER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6385024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6385024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3263950"/>
            <a:ext cx="15872460" cy="600402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Martian": "sci-fi",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"Inside Out": "animation",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"Mad Max: Fury Road": "action",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"Coco": "animation"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recommend(genre):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matches = []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movie, g in movies.items():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 == genre: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matches.append(movie)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matches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recommend(favorite)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movie in results: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print("-", movie)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function that recommends movies by decade instead of genre.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2026-08-21T00:49:49Z</dcterms:created>
  <dcterms:modified xsi:type="dcterms:W3CDTF">2026-08-21T00:49:49Z</dcterms:modified>
</cp:coreProperties>
</file>
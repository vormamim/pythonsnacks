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 — today we're upgrading the movie recommender by swapping two parallel lists for a single dictionary.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— why the two-list version is fragile, building the dictionary version, filtering with it, then the whole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revisit the problem with keeping two lists lined up by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lists have to stay perfectly lined up — add a movie to one and forget the other, and every match after it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rebuild the movie catalog as a single dictionary.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title becomes a key, and its genre becomes the value — one pair per movie.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filter using the dictionary — no index, no second list to keep track 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items() hands us the movie and its genre together on every pass — no index needed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see the dictionary-based recommender working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it top to bottom — one dictionary pairing movies with genres, an input for the player's favorite, and a loop over items() to find every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adding more movies to the dictionary is the best way to make it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200400"/>
            <a:ext cx="1655257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Recommender: Improvers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9436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two parallel lists for a single dictionary, pairing every movie directly with its genre.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4622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4518586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Two Lists Fall Short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4166116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as a Dictionary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328862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by Genre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435487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Recommender</a:t>
            </a:r>
            <a:endParaRPr lang="en-US" sz="3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7124700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Two Lists Fall Short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WHY TWO LISTS FALL SHORT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Two Lists in Sync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lists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8005572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movie to one list and forget the other, and every match after it shifts out of sync.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883051"/>
            <a:ext cx="7772400" cy="111234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4883051"/>
            <a:ext cx="38100" cy="111234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9" name="Text 7"/>
          <p:cNvSpPr/>
          <p:nvPr/>
        </p:nvSpPr>
        <p:spPr>
          <a:xfrm>
            <a:off x="1409700" y="5073551"/>
            <a:ext cx="7510272" cy="7694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 = ["Coco"]</a:t>
            </a:r>
            <a:endParaRPr lang="en-US" sz="1800" dirty="0"/>
          </a:p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genres = ["animation"]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726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3726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dictionary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372600" y="3931741"/>
            <a:ext cx="8005572" cy="67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movie is paired directly with its genre — nothing to keep in sync.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372600" y="4883051"/>
            <a:ext cx="7772400" cy="7466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4" name="Shape 12"/>
          <p:cNvSpPr/>
          <p:nvPr/>
        </p:nvSpPr>
        <p:spPr>
          <a:xfrm>
            <a:off x="9372600" y="4883051"/>
            <a:ext cx="38100" cy="7466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15" name="Text 13"/>
          <p:cNvSpPr/>
          <p:nvPr/>
        </p:nvSpPr>
        <p:spPr>
          <a:xfrm>
            <a:off x="9639300" y="5073551"/>
            <a:ext cx="7510272" cy="4037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7143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 = {"Coco": "animation"}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524045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as a Dictionary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MOVIES AS A DICTIONARY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Movie, One Genre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each movie title as a key, and its genre as the value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dictionary now holds the whole catalog, movie paired with genre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309354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309354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25982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 = {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"The Martian": "sci-fi",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"Inside Out": "animation",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"Mad Max: Fury Road": "action",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"Coco": "animation"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148545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by Genre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FILTERING BY GENRE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Looping Through Movies and Genres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items() hands you both the movie and its genre together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genre directly, no index or second list required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224016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224016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17448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favorite = input("What genre are you in the mood for? ")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movie, genre in movies.items():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genre == favorite: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print(movie)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6805136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Recommender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THE FULL RECOMMENDER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Script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054400"/>
            <a:ext cx="16002000" cy="4396383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054400"/>
            <a:ext cx="38100" cy="4396383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6" name="Text 4"/>
          <p:cNvSpPr/>
          <p:nvPr/>
        </p:nvSpPr>
        <p:spPr>
          <a:xfrm>
            <a:off x="1466850" y="3263950"/>
            <a:ext cx="15872460" cy="4015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movies = {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"The Martian": "sci-fi",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"Inside Out": "animation",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"Mad Max: Fury Road": "action",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"Coco": "animation"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favorite = input("What genre are you in the mood for? ")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print("You might like:")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movie, genre in movies.items():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genre == favorite:</a:t>
            </a:r>
            <a:endParaRPr lang="en-US" sz="1800" dirty="0"/>
          </a:p>
          <a:p>
            <a:pPr algn="l" indent="0" marL="0">
              <a:lnSpc>
                <a:spcPct val="124286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print("-", movie)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adding your own movies to the dictionary, and try searching by a few different genres.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1446222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Build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2026-08-21T00:41:37Z</dcterms:created>
  <dcterms:modified xsi:type="dcterms:W3CDTF">2026-08-21T00:41:37Z</dcterms:modified>
</cp:coreProperties>
</file>